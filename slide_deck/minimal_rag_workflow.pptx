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b3488a0e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b3488a0e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b3488a0e49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b3488a0e49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b3488a0e49_0_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b3488a0e49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b3488a0e49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b3488a0e49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b3488a0e49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b3488a0e49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b3488a0e49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b3488a0e49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Mohit Shrivastava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Minimal RAG workflow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idx="3" type="title"/>
          </p:nvPr>
        </p:nvSpPr>
        <p:spPr>
          <a:xfrm>
            <a:off x="398700" y="24060"/>
            <a:ext cx="800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architecture diagram</a:t>
            </a:r>
            <a:endParaRPr/>
          </a:p>
        </p:txBody>
      </p:sp>
      <p:pic>
        <p:nvPicPr>
          <p:cNvPr id="895" name="Google Shape;895;p52" title="min_rag_ar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00" y="675900"/>
            <a:ext cx="8346593" cy="442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3"/>
          <p:cNvSpPr txBox="1"/>
          <p:nvPr>
            <p:ph idx="3" type="title"/>
          </p:nvPr>
        </p:nvSpPr>
        <p:spPr>
          <a:xfrm>
            <a:off x="398700" y="24060"/>
            <a:ext cx="80004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Key Components</a:t>
            </a:r>
            <a:endParaRPr sz="2400"/>
          </a:p>
        </p:txBody>
      </p:sp>
      <p:sp>
        <p:nvSpPr>
          <p:cNvPr id="901" name="Google Shape;901;p53"/>
          <p:cNvSpPr txBox="1"/>
          <p:nvPr/>
        </p:nvSpPr>
        <p:spPr>
          <a:xfrm>
            <a:off x="468350" y="791725"/>
            <a:ext cx="82407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RAG Controller (Jupyter/Python): </a:t>
            </a:r>
            <a:b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Orchestrates ingestion, indexing, retrieval and LLM calls.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latin typeface="Sora"/>
                <a:ea typeface="Sora"/>
                <a:cs typeface="Sora"/>
                <a:sym typeface="Sora"/>
              </a:rPr>
              <a:t>PDF Source</a:t>
            </a:r>
            <a:endParaRPr b="1" sz="1200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Local document corpus (folder data/) providing raw content to index.</a:t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latin typeface="Sora"/>
                <a:ea typeface="Sora"/>
                <a:cs typeface="Sora"/>
                <a:sym typeface="Sora"/>
              </a:rPr>
              <a:t>PDF Loader (PyMuPDF)</a:t>
            </a:r>
            <a:endParaRPr b="1" sz="1200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Robust extraction of text and metadata from PDFs.</a:t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Text Splitter</a:t>
            </a:r>
            <a:endParaRPr b="1"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Breaks long documents into semantic chunks for embedding (controls chunk_size/overlap).</a:t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Embedding Engine (Ollama Embeddings)</a:t>
            </a:r>
            <a:endParaRPr b="1"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Generates vector representations locally for privacy and low latency.</a:t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Vector Store (ChromaDB)</a:t>
            </a:r>
            <a:endParaRPr b="1"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Persists vectors and metadata for fast nearest‑neighbor retrieval.</a:t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Retriever (MultiQueryRetriever)</a:t>
            </a:r>
            <a:endParaRPr b="1"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Generates multiple query variants and fetches top candidate chunks.</a:t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LLM &amp; Prompting (ChatOllama + Prompt Templates)</a:t>
            </a:r>
            <a:endParaRPr b="1"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Consumes retrieved context + user question and generates grounded answers.</a:t>
            </a:r>
            <a:endParaRPr sz="10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4"/>
          <p:cNvSpPr txBox="1"/>
          <p:nvPr>
            <p:ph idx="3" type="title"/>
          </p:nvPr>
        </p:nvSpPr>
        <p:spPr>
          <a:xfrm>
            <a:off x="398700" y="24060"/>
            <a:ext cx="80004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How It Fits Together: The Workflow</a:t>
            </a:r>
            <a:endParaRPr sz="2400"/>
          </a:p>
        </p:txBody>
      </p:sp>
      <p:sp>
        <p:nvSpPr>
          <p:cNvPr id="907" name="Google Shape;907;p54"/>
          <p:cNvSpPr txBox="1"/>
          <p:nvPr/>
        </p:nvSpPr>
        <p:spPr>
          <a:xfrm>
            <a:off x="468350" y="791725"/>
            <a:ext cx="82407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Ingestion Pipeline (The 'Write' Path)</a:t>
            </a:r>
            <a:endParaRPr b="1"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PyMuPDFLoader reads raw PDFs from the './data' folder.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RecursiveCharacterTextSplitter creates semantic chunks (7500 chars).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Text is sent to Ollama for embedding, then stored in ChromaDB.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latin typeface="Sora"/>
                <a:ea typeface="Sora"/>
                <a:cs typeface="Sora"/>
                <a:sym typeface="Sora"/>
              </a:rPr>
              <a:t>Retrieval Pipeline (The 'Read' Path)</a:t>
            </a:r>
            <a:endParaRPr b="1" sz="1200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Sora"/>
              <a:buChar char="●"/>
            </a:pPr>
            <a:r>
              <a:rPr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User Query is expanded into 5 variations via the MultiQueryRetriever.</a:t>
            </a:r>
            <a:endParaRPr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Sora"/>
              <a:buChar char="●"/>
            </a:pPr>
            <a:r>
              <a:rPr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ChromaDB performs vector searches for all variations.</a:t>
            </a:r>
            <a:endParaRPr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Sora"/>
              <a:buChar char="●"/>
            </a:pPr>
            <a:r>
              <a:rPr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Unique results are fused and sent to Llama 3 for the final answer.</a:t>
            </a:r>
            <a:endParaRPr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5"/>
          <p:cNvSpPr txBox="1"/>
          <p:nvPr>
            <p:ph idx="3" type="title"/>
          </p:nvPr>
        </p:nvSpPr>
        <p:spPr>
          <a:xfrm>
            <a:off x="398700" y="24060"/>
            <a:ext cx="80004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Implementation Plan</a:t>
            </a:r>
            <a:endParaRPr sz="2400"/>
          </a:p>
        </p:txBody>
      </p:sp>
      <p:sp>
        <p:nvSpPr>
          <p:cNvPr id="913" name="Google Shape;913;p55"/>
          <p:cNvSpPr txBox="1"/>
          <p:nvPr/>
        </p:nvSpPr>
        <p:spPr>
          <a:xfrm>
            <a:off x="468350" y="791725"/>
            <a:ext cx="82407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Phase 0:  Environment Setup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 venv, install dependencies (requirements.txt), ensure ollama serve and model availability.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latin typeface="Sora"/>
                <a:ea typeface="Sora"/>
                <a:cs typeface="Sora"/>
                <a:sym typeface="Sora"/>
              </a:rPr>
              <a:t>Phase 1: Ingestion</a:t>
            </a:r>
            <a:endParaRPr b="1" sz="1200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Implemented load_and_index_data(folder_path): load PDFs, normalize text, split into chunks.</a:t>
            </a:r>
            <a:endParaRPr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Validated text quality on sample PDFs.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Phase 2:</a:t>
            </a:r>
            <a:r>
              <a:rPr b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Indexing</a:t>
            </a:r>
            <a:endParaRPr b="1"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 embeddings via OllamaEmbeddings, build/persist Chroma collection</a:t>
            </a: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Retrieval &amp; QA</a:t>
            </a:r>
            <a:endParaRPr b="1"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Implement MultiQueryRetriever + prompt templates and chain (ChatOllama → StrOutputParser).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Add example queries and verify answers are grounded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6"/>
          <p:cNvSpPr txBox="1"/>
          <p:nvPr>
            <p:ph idx="3" type="title"/>
          </p:nvPr>
        </p:nvSpPr>
        <p:spPr>
          <a:xfrm>
            <a:off x="398700" y="24060"/>
            <a:ext cx="80004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Challenges &amp; Solutions</a:t>
            </a:r>
            <a:endParaRPr sz="2400"/>
          </a:p>
        </p:txBody>
      </p:sp>
      <p:sp>
        <p:nvSpPr>
          <p:cNvPr id="919" name="Google Shape;919;p56"/>
          <p:cNvSpPr txBox="1"/>
          <p:nvPr/>
        </p:nvSpPr>
        <p:spPr>
          <a:xfrm>
            <a:off x="468350" y="791725"/>
            <a:ext cx="82407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Challenge 1: Vocabulary Mismatch</a:t>
            </a:r>
            <a:endParaRPr b="1"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Issue</a:t>
            </a: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: Users asked questions differently than how the PDF was written.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Solution</a:t>
            </a: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: Implemented 'MultiQueryRetriever' to generate 5 AI variations of the user's prompt, increasing search coverage.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latin typeface="Sora"/>
                <a:ea typeface="Sora"/>
                <a:cs typeface="Sora"/>
                <a:sym typeface="Sora"/>
              </a:rPr>
              <a:t>Challenge 2: Loss of Context</a:t>
            </a:r>
            <a:endParaRPr b="1" sz="1200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Issue</a:t>
            </a:r>
            <a:r>
              <a:rPr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: Whole documents were too large for the context window.</a:t>
            </a:r>
            <a:endParaRPr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Solution</a:t>
            </a:r>
            <a:r>
              <a:rPr lang="en" sz="1200">
                <a:solidFill>
                  <a:srgbClr val="2E2E2E"/>
                </a:solidFill>
                <a:latin typeface="Sora"/>
                <a:ea typeface="Sora"/>
                <a:cs typeface="Sora"/>
                <a:sym typeface="Sora"/>
              </a:rPr>
              <a:t>: Implemented 'Recursive Semantic Chunking' (7500 chunk size, 100 overlap) to keep related sentences together.</a:t>
            </a:r>
            <a:endParaRPr sz="1200">
              <a:solidFill>
                <a:srgbClr val="2E2E2E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AutoNum type="arabicPeriod"/>
            </a:pPr>
            <a:r>
              <a:rPr b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Challenge 3: Dependency Conflicts</a:t>
            </a:r>
            <a:endParaRPr b="1"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Issue</a:t>
            </a: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: Python 3.14 (Beta) caused conflicts between Pydantic V1 (Chroma) and V2 (Ollama).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Solution</a:t>
            </a: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: Enforced a stable Python 3.12 environment using 'venv' and updated to 'langchain-ollama' specific packages.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